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20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54864" cy="514350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0" y="1097280"/>
            <a:ext cx="457200" cy="54864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0" y="4114800"/>
            <a:ext cx="2560320" cy="54864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75120" y="731520"/>
            <a:ext cx="1828800" cy="1828800"/>
          </a:xfrm>
          <a:prstGeom prst="ellipse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146304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02920"/>
            <a:ext cx="1463040" cy="27432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9144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" y="157276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&amp;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7200" y="2231136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Management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" y="28895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54864" cy="9601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ADO.NET · ASP.NET Core Web API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REST API · Stored Procedures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General Hospital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SPs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2648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·  ADO.NET  ·  DI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 rot="16200000">
            <a:off x="-150876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371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164592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828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0" y="274320"/>
            <a:ext cx="6217920" cy="14173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743200" y="274320"/>
            <a:ext cx="73152" cy="1417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62179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657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Management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74980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patients with unique codes, DOB, gender, phone &amp; email. Soft deactivation. Active list with live age calculation.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0" y="1828800"/>
            <a:ext cx="6217920" cy="14173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2743200" y="1828800"/>
            <a:ext cx="73152" cy="1417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792" y="217627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19202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Management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230428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profiles with specialization, consultation fee and availability. Queryable by specialization and status.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0" y="3383280"/>
            <a:ext cx="6217920" cy="14173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2743200" y="3383280"/>
            <a:ext cx="73152" cy="1417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7792" y="3730752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566160" y="34747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Booking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566160" y="38587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between patient &amp; doctor with date/time. Status tracking: Scheduled → Completed / Cancelled. Cancellation timestamp.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must 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18288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173736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" y="1600200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85216" y="15544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code, name, DOB, gender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" y="1819656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5216" y="17739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&amp; email uniqueness enforced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" y="2039112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5216" y="19933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updates supported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912" y="2258568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85216" y="22128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deactivate (never hard-delete)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8912" y="2478024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85216" y="24323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 + live age calculation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1005840"/>
            <a:ext cx="4251960" cy="173736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709160" y="1005840"/>
            <a:ext cx="4251960" cy="54864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873752" y="1600200"/>
            <a:ext cx="64008" cy="6400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5020056" y="15544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name, specialization, fee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873752" y="1819656"/>
            <a:ext cx="64008" cy="6400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020056" y="17739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 toggle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873752" y="2039112"/>
            <a:ext cx="64008" cy="6400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5020056" y="19933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specialization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873752" y="2258568"/>
            <a:ext cx="64008" cy="6400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5020056" y="22128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availability status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274320" y="2880360"/>
            <a:ext cx="4251960" cy="173736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274320" y="2880360"/>
            <a:ext cx="4251960" cy="54864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17520"/>
            <a:ext cx="384048" cy="38404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68680" y="2990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A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438912" y="3474720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585216" y="34290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patient ↔ doctor by date/time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38912" y="3694176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585216" y="36484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doctor unavailable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38912" y="3913632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585216" y="38679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Scheduled / Completed / Cancelled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438912" y="4133088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585216" y="40873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with recorded timestamp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438912" y="4352544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9"/>
          <p:cNvSpPr/>
          <p:nvPr/>
        </p:nvSpPr>
        <p:spPr>
          <a:xfrm>
            <a:off x="585216" y="43068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&amp; by-doctor queries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709160" y="2880360"/>
            <a:ext cx="4251960" cy="173736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1"/>
          <p:cNvSpPr/>
          <p:nvPr/>
        </p:nvSpPr>
        <p:spPr>
          <a:xfrm>
            <a:off x="4709160" y="2880360"/>
            <a:ext cx="4251960" cy="54864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17520"/>
            <a:ext cx="384048" cy="38404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303520" y="2990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4873752" y="3474720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4"/>
          <p:cNvSpPr/>
          <p:nvPr/>
        </p:nvSpPr>
        <p:spPr>
          <a:xfrm>
            <a:off x="5020056" y="34290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appointment view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4873752" y="3694176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/>
          <p:nvPr/>
        </p:nvSpPr>
        <p:spPr>
          <a:xfrm>
            <a:off x="5020056" y="36484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with &gt; 2 appointments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4873752" y="3913632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8"/>
          <p:cNvSpPr/>
          <p:nvPr/>
        </p:nvSpPr>
        <p:spPr>
          <a:xfrm>
            <a:off x="5020056" y="38679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medical specialization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4873752" y="4133088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/>
          <p:nvPr/>
        </p:nvSpPr>
        <p:spPr>
          <a:xfrm>
            <a:off x="5020056" y="40873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 detection</a:t>
            </a:r>
            <a:endParaRPr lang="en-US" sz="1050" dirty="0"/>
          </a:p>
        </p:txBody>
      </p:sp>
      <p:sp>
        <p:nvSpPr>
          <p:cNvPr id="57" name="Shape 51"/>
          <p:cNvSpPr/>
          <p:nvPr/>
        </p:nvSpPr>
        <p:spPr>
          <a:xfrm>
            <a:off x="4873752" y="4352544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2"/>
          <p:cNvSpPr/>
          <p:nvPr/>
        </p:nvSpPr>
        <p:spPr>
          <a:xfrm>
            <a:off x="5020056" y="43068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 days filter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· Relationships ·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4114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834640" cy="329184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8328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PatientId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792224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PatientCode (UNIQUE)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21408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450592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DateOfBirth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779776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108960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(UNIQUE)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438144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(UNIQUE, NULL)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767328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785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051560"/>
            <a:ext cx="2834640" cy="411480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290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1463040"/>
            <a:ext cx="2834640" cy="329184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01568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AppointmentId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1792224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2900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PatientId (FK)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121408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29000" y="2139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DoctorId (FK)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450592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2900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AppointmentDateTime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779776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2900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(ENUM)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108960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2900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CancelledAt (NULL)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1051560"/>
            <a:ext cx="2834640" cy="411480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465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1463040"/>
            <a:ext cx="2834640" cy="329184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19088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DoctorId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1792224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4652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DoctorCode (UNIQUE)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2121408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46520" y="2139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2450592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4652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2779776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4652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(UNIQUE)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3108960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4652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ConsultationFee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3438144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446520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IsAvailable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4612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004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ops via Stored Procedures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05740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Transactional booking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79476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Referential integrity enforced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3212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Soft-delete only (IsActive)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26948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Indexes on Doctor + Date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035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1720" y="137160"/>
            <a:ext cx="73152" cy="21122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496312" y="192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496312" y="5394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sp_AddPatient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496312" y="9418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sp_UpdatePatient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496312" y="1344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sp_DeactivatePatient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496312" y="17465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sp_GetActivePatients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52160" y="137160"/>
            <a:ext cx="73152" cy="905256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016752" y="192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8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SPs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16752" y="5394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sp_GetDoctorsByFilter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331720" y="2651760"/>
            <a:ext cx="73152" cy="2112264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496312" y="27066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D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SPs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496312" y="3054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sp_AddAppointment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496312" y="34564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sp_CancelAppointment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496312" y="38587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sp_GetUpcomingAppointments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496312" y="42611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sp_GetAppointmentsByDoctor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52160" y="2286000"/>
            <a:ext cx="73152" cy="2514600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016752" y="2340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SPs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016752" y="26883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sp_GetAppointmentDetails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016752" y="3090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sp_GetDoctorsWithMoreAppointments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016752" y="3493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sp_GetRevenueBySpecialization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016752" y="38953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sp_GetDuplicateAppointments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016752" y="42976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sp_GetNext7DaysAppointments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 &amp; HTTP Contract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658368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698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0424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4920" y="10424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patient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75320" y="1069848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75320" y="1069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408176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1472184"/>
            <a:ext cx="658368" cy="25603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14721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1444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/api/patients/{id}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1444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patient details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75320" y="1472184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75320" y="1472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810512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1874520"/>
            <a:ext cx="658368" cy="25603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18745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18470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/api/patients/{id}/deactivate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18470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Soft-deactivate patient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75320" y="1874520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75320" y="1874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212848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" y="2276856"/>
            <a:ext cx="65836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22768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22494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74920" y="22494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patients with 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75320" y="2276856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75320" y="22768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2615184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0040" y="2679192"/>
            <a:ext cx="65836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2679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" y="26517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/api/doctors?spec=&amp;available=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4920" y="2651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doctors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75320" y="2679192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75320" y="2679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017520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20040" y="3081528"/>
            <a:ext cx="658368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081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" y="30540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74920" y="30540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 (transactional)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75320" y="3081528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275320" y="3081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419856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20040" y="3483864"/>
            <a:ext cx="658368" cy="25603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0040" y="34838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" y="3456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/api/appointments/{id}/cancel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74920" y="3456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scheduled appointment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275320" y="3483864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275320" y="34838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822192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20040" y="3886200"/>
            <a:ext cx="65836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20040" y="38862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51560" y="3858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/api/appointments/upcoming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74920" y="3858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upcoming appointments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275320" y="3886200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275320" y="3886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4224528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320040" y="4288536"/>
            <a:ext cx="65836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20040" y="42885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51560" y="42611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/api/appointments/doctor/{id}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74920" y="42611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by doctor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275320" y="4288536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275320" y="4288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4626864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20040" y="4690872"/>
            <a:ext cx="658368" cy="256032"/>
          </a:xfrm>
          <a:prstGeom prst="rect">
            <a:avLst/>
          </a:prstGeom>
          <a:solidFill>
            <a:srgbClr val="7E2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20040" y="4690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51560" y="4663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/api/reports/consolidated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074920" y="4663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appointment report view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275320" y="4690872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8275320" y="4690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system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777240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4864" cy="65836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042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· API Clients · Swagger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828800"/>
            <a:ext cx="713232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1828800"/>
            <a:ext cx="54864" cy="6583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88720" y="18653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7627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· Controllers · Middleware · Global Logger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2651760"/>
            <a:ext cx="640080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371600" y="2651760"/>
            <a:ext cx="54864" cy="65836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54480" y="26883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99923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Interfaces · Typed Exceptions · Age/Status/Format Logic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3474720"/>
            <a:ext cx="566928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737360" y="3474720"/>
            <a:ext cx="54864" cy="65836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20240" y="35112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A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Access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822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· Repository Pattern · Interfaces · Stored Procedures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4297680"/>
            <a:ext cx="493776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103120" y="4297680"/>
            <a:ext cx="54864" cy="658368"/>
          </a:xfrm>
          <a:prstGeom prst="rect">
            <a:avLst/>
          </a:prstGeom>
          <a:solidFill>
            <a:srgbClr val="9A9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286000" y="4334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46451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Transactions · Indexes · Referential Integrity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right, not just built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115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" y="1463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resolved via DI. Repository interfaces injected into controllers. No tight coupling.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6187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115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Safety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8112" y="1463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in a SQL transaction. Unavailable doctor triggers rollback with error.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274320" y="2331720"/>
            <a:ext cx="4114800" cy="54864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5877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2441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Logic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87552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calc, status checks &amp; schedule formatting live in the domain model — not DB, not API.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33172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754880" y="233172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877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441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Middleware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68112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path and response time logged globally without touching individual controllers.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274320" y="3657600"/>
            <a:ext cx="4114800" cy="54864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913632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7552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Errors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87552" y="4114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domain exceptions. Unhandled errors return structured response — zero internal detail leak.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754880" y="3657600"/>
            <a:ext cx="4114800" cy="54864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913632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68112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68112" y="4114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payloads validated before DB interaction. Unique constraints at both app and DB layers.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behaviour contract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8288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88920" cy="182880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BF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BF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359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Appointment successfully created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987552"/>
            <a:ext cx="2788920" cy="1828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18688" y="11704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AE0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355848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E0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359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0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Deactivation or cancellation done; no body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987552"/>
            <a:ext cx="2788920" cy="1828800"/>
          </a:xfrm>
          <a:prstGeom prst="rect">
            <a:avLst/>
          </a:prstGeom>
          <a:solidFill>
            <a:srgbClr val="713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63056" y="11704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00216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216" y="2359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payload, past date, domain rule fail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2788920" cy="182880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18211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CA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404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11480" y="4050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Doctor / Appointment not found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2999232"/>
            <a:ext cx="2788920" cy="1828800"/>
          </a:xfrm>
          <a:prstGeom prst="rect">
            <a:avLst/>
          </a:prstGeom>
          <a:solidFill>
            <a:srgbClr val="4A1D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18688" y="318211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9D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409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3355848" y="4050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phone, email, or entity code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2999232"/>
            <a:ext cx="2788920" cy="182880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63056" y="318211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300216" y="4050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0216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error, zero internal detail exposed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291840" cy="36576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/ .NET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871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ADO.NET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ASP.NET 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8313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Framework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242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171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9080" y="320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69080" y="594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submit</a:t>
            </a:r>
            <a:endParaRPr lang="en-US" sz="2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271016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application running on local machine — live demo</a:t>
            </a:r>
            <a:endParaRPr lang="en-US" sz="11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020824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572000" y="19842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— solution folder zipped</a:t>
            </a:r>
            <a:endParaRPr lang="en-US" sz="11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770632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572000" y="273405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 — schema, all 14 stored procedures, sample data</a:t>
            </a:r>
            <a:endParaRPr lang="en-US" sz="11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5204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572000" y="348386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 — requests for every endpoint</a:t>
            </a:r>
            <a:endParaRPr lang="en-US" sz="11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4270248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72000" y="42336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 — structure, setup steps &amp; assumptions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814</Words>
  <Application>Microsoft Office PowerPoint</Application>
  <PresentationFormat>On-screen Show (16:9)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Shubham Kumar</cp:lastModifiedBy>
  <cp:revision>2</cp:revision>
  <dcterms:created xsi:type="dcterms:W3CDTF">2026-06-03T09:37:35Z</dcterms:created>
  <dcterms:modified xsi:type="dcterms:W3CDTF">2026-06-03T09:41:34Z</dcterms:modified>
</cp:coreProperties>
</file>